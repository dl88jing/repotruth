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RepoTruth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documentation that lies.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Robin Labs  ·  HF × Reflection Build with Beam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flags that don't exist. Defaults that aren't defaults.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order that lies. Exit codes that never fire.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Maintainers and coding agents waste hours on stale docs.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515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Beam strength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RepoTruth use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1M context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README + docs + source in one audit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coding / SWE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 functional lies with file+line proof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Token-efficient reasoning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thrift meter (~3× leaner)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90-second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tinyclick fixture — docs claim --force-sync
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Beam call packs the whole repo
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Autopsy cards: HIGH findings with file+line cites
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 meter shows ~3× leaner reasoning
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findings to the HF dataset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 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huggingface.co/spaces/mr-dee/repotruth
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github.com/dl88jing/repotruth
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 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repotruth.vercel.app
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 </a:t>
            </a:r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huggingface.co/datasets/mr-dee/repotruth-findings
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Robin Labs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RepoTruth — Build with Beam</dc:title>
  <dc:subject>PptxGenJS Presentation</dc:subject>
  <dc:creator>Green Robin Labs</dc:creator>
  <cp:lastModifiedBy>Green Robin Labs</cp:lastModifiedBy>
  <cp:revision>1</cp:revision>
  <dcterms:created xsi:type="dcterms:W3CDTF">2026-10-28T01:28:05Z</dcterms:created>
  <dcterms:modified xsi:type="dcterms:W3CDTF">2026-10-28T01:28:05Z</dcterms:modified>
</cp:coreProperties>
</file>